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bin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Unbounde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260" autoAdjust="0"/>
  </p:normalViewPr>
  <p:slideViewPr>
    <p:cSldViewPr snapToGrid="0" snapToObjects="1">
      <p:cViewPr>
        <p:scale>
          <a:sx n="50" d="100"/>
          <a:sy n="50" d="100"/>
        </p:scale>
        <p:origin x="152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84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0802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Remote Calculator: A Python Socket Programming Project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779044"/>
            <a:ext cx="7468553" cy="3142417"/>
          </a:xfrm>
          <a:prstGeom prst="roundRect">
            <a:avLst>
              <a:gd name="adj" fmla="val 114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331744" y="3786664"/>
            <a:ext cx="7453312" cy="31271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71059" y="3937873"/>
            <a:ext cx="32442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Submitted From: 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71059" y="4464486"/>
            <a:ext cx="3244215" cy="2608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Shaid 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Ibna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Sobhan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2102057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10184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Faculty of Computer Science &amp; Engineering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Session: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2021–22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301526" y="3937873"/>
            <a:ext cx="32442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Submitted To: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01526" y="4464487"/>
            <a:ext cx="32442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Sarna Majumder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Associate Professor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Department of Computer and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Communication Engineering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Faculty of Computer Science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Engineering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301526" y="4991100"/>
            <a:ext cx="32442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30342"/>
            <a:ext cx="12740164" cy="534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This Project? Meeting the Core Requirements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837724" y="1820108"/>
            <a:ext cx="12954952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was designed to address key learning objectives, blending theoretical concepts with practical application.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837724" y="2780824"/>
            <a:ext cx="6363772" cy="2024896"/>
          </a:xfrm>
          <a:prstGeom prst="roundRect">
            <a:avLst>
              <a:gd name="adj" fmla="val 7225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7724" y="2750344"/>
            <a:ext cx="6363772" cy="121920"/>
          </a:xfrm>
          <a:prstGeom prst="roundRect">
            <a:avLst>
              <a:gd name="adj" fmla="val 2797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78436" y="2439710"/>
            <a:ext cx="682228" cy="682228"/>
          </a:xfrm>
          <a:prstGeom prst="roundRect">
            <a:avLst>
              <a:gd name="adj" fmla="val 13403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3104" y="2644259"/>
            <a:ext cx="272891" cy="2728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5613" y="3349347"/>
            <a:ext cx="3628072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Intuitive Web Interface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5613" y="3820120"/>
            <a:ext cx="5847993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Moving beyond terminal outputs, we developed a user-friendly web interface for interaction.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905" y="2780824"/>
            <a:ext cx="6363772" cy="2024896"/>
          </a:xfrm>
          <a:prstGeom prst="roundRect">
            <a:avLst>
              <a:gd name="adj" fmla="val 7225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28905" y="2750344"/>
            <a:ext cx="6363772" cy="121920"/>
          </a:xfrm>
          <a:prstGeom prst="roundRect">
            <a:avLst>
              <a:gd name="adj" fmla="val 2797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269617" y="2439710"/>
            <a:ext cx="682228" cy="682228"/>
          </a:xfrm>
          <a:prstGeom prst="roundRect">
            <a:avLst>
              <a:gd name="adj" fmla="val 13403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4285" y="2644259"/>
            <a:ext cx="272891" cy="272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6794" y="3349347"/>
            <a:ext cx="4546997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Clear Socket Demonstration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7686794" y="3820120"/>
            <a:ext cx="5847993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Explicitly showcasing the principles and mechanisms of socket programming.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837724" y="5374243"/>
            <a:ext cx="6363772" cy="2024896"/>
          </a:xfrm>
          <a:prstGeom prst="roundRect">
            <a:avLst>
              <a:gd name="adj" fmla="val 7225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7724" y="5343763"/>
            <a:ext cx="6363772" cy="121920"/>
          </a:xfrm>
          <a:prstGeom prst="roundRect">
            <a:avLst>
              <a:gd name="adj" fmla="val 2797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78436" y="5033129"/>
            <a:ext cx="682228" cy="682228"/>
          </a:xfrm>
          <a:prstGeom prst="roundRect">
            <a:avLst>
              <a:gd name="adj" fmla="val 13403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3104" y="5237678"/>
            <a:ext cx="272891" cy="2728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5613" y="5942767"/>
            <a:ext cx="4649986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Comprehensive Presentation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095613" y="6413540"/>
            <a:ext cx="5847993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Including detailed slides and a recorded video to fully explain the project's intricacies.</a:t>
            </a:r>
            <a:endParaRPr lang="en-US" sz="1750" dirty="0"/>
          </a:p>
        </p:txBody>
      </p:sp>
      <p:sp>
        <p:nvSpPr>
          <p:cNvPr id="22" name="Shape 17"/>
          <p:cNvSpPr/>
          <p:nvPr/>
        </p:nvSpPr>
        <p:spPr>
          <a:xfrm>
            <a:off x="7428905" y="5374243"/>
            <a:ext cx="6363772" cy="2024896"/>
          </a:xfrm>
          <a:prstGeom prst="roundRect">
            <a:avLst>
              <a:gd name="adj" fmla="val 7225"/>
            </a:avLst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428905" y="5343763"/>
            <a:ext cx="6363772" cy="121920"/>
          </a:xfrm>
          <a:prstGeom prst="roundRect">
            <a:avLst>
              <a:gd name="adj" fmla="val 2797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269617" y="5033129"/>
            <a:ext cx="682228" cy="682228"/>
          </a:xfrm>
          <a:prstGeom prst="roundRect">
            <a:avLst>
              <a:gd name="adj" fmla="val 13403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74285" y="5237678"/>
            <a:ext cx="272891" cy="2728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86794" y="5942767"/>
            <a:ext cx="348436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In-depth Explanations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7686794" y="6413540"/>
            <a:ext cx="5847993" cy="72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Covering socket programming, Python concepts, web interface mechanics, and the end-to-end working process.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4628" y="656868"/>
            <a:ext cx="7474744" cy="1066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Technologies Driving Our Solution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834628" y="2289215"/>
            <a:ext cx="2096333" cy="99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Socket Programming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834628" y="3515082"/>
            <a:ext cx="209633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 socket module (TCP)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4628" y="4319230"/>
            <a:ext cx="2096333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Server binds: Host </a:t>
            </a:r>
            <a:r>
              <a:rPr lang="en-US" sz="17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Port </a:t>
            </a:r>
            <a:r>
              <a:rPr lang="en-US" sz="17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4628" y="5501045"/>
            <a:ext cx="2096333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Multi-client support using </a:t>
            </a: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Threads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491270" y="2289215"/>
            <a:ext cx="2096333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 Concepts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3491270" y="3181945"/>
            <a:ext cx="2096333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Functions &amp; Exception Handling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491270" y="4348520"/>
            <a:ext cx="209633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JSON data processing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491270" y="5152668"/>
            <a:ext cx="2096333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Logging (</a:t>
            </a:r>
            <a:r>
              <a:rPr lang="en-US" sz="17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server.log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491270" y="5964436"/>
            <a:ext cx="209633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Threading for concurrency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91270" y="6768584"/>
            <a:ext cx="209633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TCP send/receive streams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147911" y="2289215"/>
            <a:ext cx="2176582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Web Interface (UI)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147911" y="3181945"/>
            <a:ext cx="2176582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framework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47911" y="3623667"/>
            <a:ext cx="2176582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HTML, CSS, &amp; JavaScript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147911" y="4427815"/>
            <a:ext cx="2176582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Modern animated design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147911" y="5231963"/>
            <a:ext cx="2176582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AJAX </a:t>
            </a:r>
            <a:r>
              <a:rPr lang="en-US" sz="17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/calculate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requests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266" y="199936"/>
            <a:ext cx="5489019" cy="90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Architecture: A Seamless Flow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162" y="807297"/>
            <a:ext cx="10070902" cy="42114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1765" y="4009680"/>
            <a:ext cx="1522058" cy="7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App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31765" y="4351909"/>
            <a:ext cx="1522058" cy="13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Receive request and format JSON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166983" y="4009680"/>
            <a:ext cx="1522058" cy="7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UI Display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66983" y="4351909"/>
            <a:ext cx="1522058" cy="13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Return and show calculation result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67451" y="1155575"/>
            <a:ext cx="1522058" cy="7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Browser UI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67451" y="1497804"/>
            <a:ext cx="1522058" cy="13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Enter numbers and operator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83288" y="1167534"/>
            <a:ext cx="1522058" cy="15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TCP Socket Server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83288" y="1754130"/>
            <a:ext cx="1522058" cy="13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 payload and compute result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1266" y="5316563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266" y="5482170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1266" y="5616380"/>
            <a:ext cx="1515904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1266" y="5883857"/>
            <a:ext cx="6649522" cy="6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enters two numbers and selects an operator in the browser.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79613" y="5316563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79613" y="5482170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79613" y="5616380"/>
            <a:ext cx="1515904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Request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79613" y="5883857"/>
            <a:ext cx="6649522" cy="6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app receives the request and formats it into a JSON payload.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1266" y="6313236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1266" y="6478842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1266" y="6613052"/>
            <a:ext cx="2125742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Socket Communication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1266" y="6880886"/>
            <a:ext cx="6649522" cy="6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 sends </a:t>
            </a:r>
            <a:r>
              <a:rPr lang="en-US" sz="10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"num1,operator,num2"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the TCP socket server.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79613" y="6313236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79613" y="6478842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79613" y="6613052"/>
            <a:ext cx="1660327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Server Calculation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79613" y="6880529"/>
            <a:ext cx="6649522" cy="6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Socket server performs the requested calculation.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1266" y="7317528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1266" y="7483135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1266" y="7617344"/>
            <a:ext cx="1515904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 Return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01266" y="8161853"/>
            <a:ext cx="664952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379613" y="7317528"/>
            <a:ext cx="128826" cy="4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79613" y="7483135"/>
            <a:ext cx="6649522" cy="45719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379613" y="7617344"/>
            <a:ext cx="1515904" cy="56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UI Update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379613" y="8161853"/>
            <a:ext cx="664952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22352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Socket Server: The Calculation Engine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220789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socket server is built for robust and reliable communication, handling calculations and logging every step.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324314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TCP Socket Creation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Establishes a reliable connection.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370986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Client Listener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Actively listens for incoming client connections on port 5000.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4559618"/>
            <a:ext cx="7468553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Message Parsing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Decodes messages like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"10,*,5"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into numbers and operators.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541698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Error Handling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Manages invalid inputs and prevents division-by-zero errors.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24124" y="626673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Result Transmission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Sends calculated results back as strings.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324124" y="6733461"/>
            <a:ext cx="7468553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Operation Logging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All activities are meticulously recorded in </a:t>
            </a:r>
            <a:r>
              <a:rPr lang="en-US" sz="18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server.log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debugging and auditing.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977" y="604957"/>
            <a:ext cx="7331154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Web Interface: User-Centric Design with Flask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69977" y="1227415"/>
            <a:ext cx="1309044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web interface, powered by Flask, provides an intuitive and dynamic user experience, meeting the requirement for a modern application.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77" y="1616988"/>
            <a:ext cx="2040017" cy="2040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977" y="3799999"/>
            <a:ext cx="1734264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Framework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9977" y="4095988"/>
            <a:ext cx="3138488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Manages web routing and renders dynamic HTML content on port 5001.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178" y="1616988"/>
            <a:ext cx="2040017" cy="2040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7178" y="3799999"/>
            <a:ext cx="2055495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Modern Animated UI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87178" y="4095988"/>
            <a:ext cx="3138607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Designed with CSS and JavaScript for a smooth and engaging user experience.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497" y="1616988"/>
            <a:ext cx="2040017" cy="20400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04497" y="3799999"/>
            <a:ext cx="2447925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Asynchronous Requests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404497" y="4095988"/>
            <a:ext cx="3138607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JavaScript sends </a:t>
            </a:r>
            <a:r>
              <a:rPr lang="en-US" sz="11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/calculate</a:t>
            </a: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requests using AJAX for real-time updates without page reloads.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1816" y="1616988"/>
            <a:ext cx="2040017" cy="20400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21816" y="3799999"/>
            <a:ext cx="1682472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Dynamic Status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721816" y="4095988"/>
            <a:ext cx="3138607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Features a status badge indicating server connectivity (Online/Offline).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77" y="4847034"/>
            <a:ext cx="2040017" cy="20400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9977" y="7030045"/>
            <a:ext cx="1927503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Calculation History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69977" y="7326035"/>
            <a:ext cx="3138488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Displays a clear history of all past calculations, ensuring transparency.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7178" y="4847034"/>
            <a:ext cx="2040017" cy="204001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087178" y="7030045"/>
            <a:ext cx="2313265" cy="21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Dynamic Theme Colors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087178" y="7326035"/>
            <a:ext cx="3138607" cy="457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Customizable theme colors enhance visual appeal and user personalization.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24044"/>
            <a:ext cx="9481661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Essential Python Modules for Project Functionality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837724" y="1653302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Python modules are the backbone of our remote calculator, enabling robust networking, multi-client support, and a responsive web interface.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7724" y="2109787"/>
            <a:ext cx="6393656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245" y="2277308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476" y="2415540"/>
            <a:ext cx="226100" cy="226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245" y="294751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Socket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245" y="3294459"/>
            <a:ext cx="605861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Facilitates the TCP connection for client-server communication.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98901" y="2109787"/>
            <a:ext cx="6393775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66422" y="2277308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4653" y="2415540"/>
            <a:ext cx="226100" cy="2261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6422" y="2947511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Threading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66422" y="3294459"/>
            <a:ext cx="605873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the server to handle multiple client requests concurrently.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7724" y="3897511"/>
            <a:ext cx="6393656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05245" y="4065032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476" y="4203263"/>
            <a:ext cx="226100" cy="2261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245" y="4735235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Logging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05245" y="5082183"/>
            <a:ext cx="605861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Records server operations and activities for monitoring and debugging.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98901" y="3897511"/>
            <a:ext cx="6393775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566422" y="4065032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4653" y="4203263"/>
            <a:ext cx="226100" cy="2261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6422" y="4735235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JSON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66422" y="5082183"/>
            <a:ext cx="605873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Handles encoding and decoding of data exchanged between client and server.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37724" y="5685234"/>
            <a:ext cx="6393656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05245" y="5852755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3476" y="5990987"/>
            <a:ext cx="226100" cy="2261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245" y="6522958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005245" y="6869906"/>
            <a:ext cx="605861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Provides the micro-framework for building the web application and rendering HTML.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398901" y="5685234"/>
            <a:ext cx="6393775" cy="1620203"/>
          </a:xfrm>
          <a:prstGeom prst="roundRect">
            <a:avLst>
              <a:gd name="adj" fmla="val 155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566422" y="5852755"/>
            <a:ext cx="502682" cy="502682"/>
          </a:xfrm>
          <a:prstGeom prst="roundRect">
            <a:avLst>
              <a:gd name="adj" fmla="val 1818860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04653" y="5990987"/>
            <a:ext cx="226100" cy="2261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66422" y="6522958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Datetime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566422" y="6869906"/>
            <a:ext cx="605873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for generating precise timestamps for logs and history records.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2236"/>
            <a:ext cx="6713696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Working Procedure: Step-by-Step Flow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03770" y="1419463"/>
            <a:ext cx="22860" cy="6067901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71335" y="2030373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56859" y="1983462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7724" y="1419463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62513" y="157495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3219" y="1897023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user inputs numbers and selects an operator on the web interface.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92340" y="2963823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56859" y="2916912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81925" y="2352913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37421" y="250840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Browser to Flask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37421" y="2830473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browser sends the request to the Flask backend.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71335" y="3741658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56859" y="3694748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7724" y="3130748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2513" y="3286244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to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3219" y="3608308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converts the request into a socket message and forwards it to the TCP server.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92340" y="4519613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56859" y="4472702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81925" y="3908703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37421" y="4064198"/>
            <a:ext cx="2006322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Server Calculation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7421" y="4386263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socket server performs the required mathematical calculation.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71335" y="5297567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56859" y="5250656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7724" y="4686657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2513" y="4842153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Server to Flask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3219" y="5164217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server sends the calculated result back to the Flask application.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92340" y="6075521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56859" y="6028611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81925" y="5464612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37421" y="5620107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to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37421" y="5942171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returns a JSON response containing the result to the user interface.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71335" y="6853476"/>
            <a:ext cx="466725" cy="22860"/>
          </a:xfrm>
          <a:prstGeom prst="roundRect">
            <a:avLst>
              <a:gd name="adj" fmla="val 102098"/>
            </a:avLst>
          </a:prstGeom>
          <a:solidFill>
            <a:srgbClr val="496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56859" y="6806565"/>
            <a:ext cx="116681" cy="116681"/>
          </a:xfrm>
          <a:prstGeom prst="roundRect">
            <a:avLst>
              <a:gd name="adj" fmla="val 39183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7724" y="6242566"/>
            <a:ext cx="6010751" cy="1244679"/>
          </a:xfrm>
          <a:prstGeom prst="roundRect">
            <a:avLst>
              <a:gd name="adj" fmla="val 187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62513" y="6398062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UI Display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3219" y="6720126"/>
            <a:ext cx="5699760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UI displays the result with animation and adds it to the calculation history.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731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652" y="3326606"/>
            <a:ext cx="8517969" cy="50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Demonstration: A Live Walkthrough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831652" y="4150519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recorded video demonstration provides a comprehensive visual guide to the project's functionality and implementation.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31652" y="4733092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Presenter On-Screen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Your face will be visible, explaining each step.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31652" y="5149929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Slide Integration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The presentation slides will be shown to provide context.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1652" y="5566767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Website in Action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Live demonstration of the web interface.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1652" y="5983605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Interactive Calculations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Inputting numbers and operators on the web UI.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1652" y="6400443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Socket Server Visibility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The socket server terminal will be running to show real-time activity.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31652" y="6817281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Result &amp; Log Verification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Displaying results on the UI and corresponding server logs.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31652" y="7234118"/>
            <a:ext cx="12967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Mechanism Explained</a:t>
            </a: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 A clear, concise explanation of the end-to-end process in English.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4141"/>
            <a:ext cx="1275016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Conclusion: Project Success &amp; Future Learnings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1786176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7039" y="2025491"/>
            <a:ext cx="30987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Requirements Met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2521029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Successfully fulfilled all of Swarna Ma’am's project specifications.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1786176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74173" y="2025491"/>
            <a:ext cx="367176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Client-Server Mastery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2521029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Demonstrated robust communication between client and server components.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3765709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7039" y="4005024"/>
            <a:ext cx="41468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 TCP/IP Functionality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7039" y="4500563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Showcased practical application of core networking principles.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3765709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74173" y="4005024"/>
            <a:ext cx="378261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Modern Web Interface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74173" y="4500563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Delivered an intuitive and aesthetically pleasing web-based calculator.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5745242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7039" y="5984558"/>
            <a:ext cx="393739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Well-Structured Python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77039" y="6480096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Implemented a clean, efficient, and scalable Python backend.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434858" y="5745242"/>
            <a:ext cx="6357818" cy="1740218"/>
          </a:xfrm>
          <a:prstGeom prst="roundRect">
            <a:avLst>
              <a:gd name="adj" fmla="val 33014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74173" y="5984558"/>
            <a:ext cx="33826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Networking Insights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74173" y="6480096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Valuable for understanding real-world network programming concepts.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937</Words>
  <Application>Microsoft Office PowerPoint</Application>
  <PresentationFormat>Custom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Unbounded</vt:lpstr>
      <vt:lpstr>Cabin</vt:lpstr>
      <vt:lpstr>Unbounded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Shaid Meheraj</dc:creator>
  <cp:lastModifiedBy>Shaid Meheraj</cp:lastModifiedBy>
  <cp:revision>2</cp:revision>
  <dcterms:created xsi:type="dcterms:W3CDTF">2025-11-23T19:04:50Z</dcterms:created>
  <dcterms:modified xsi:type="dcterms:W3CDTF">2025-11-23T19:13:15Z</dcterms:modified>
</cp:coreProperties>
</file>