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4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ookman Old Style" panose="02050604050505020204" pitchFamily="18" charset="0"/>
      <p:regular r:id="rId13"/>
      <p:bold r:id="rId14"/>
      <p:italic r:id="rId15"/>
      <p:boldItalic r:id="rId16"/>
    </p:embeddedFont>
    <p:embeddedFont>
      <p:font typeface="Epilogue" panose="020B0604020202020204" charset="0"/>
      <p:regular r:id="rId17"/>
    </p:embeddedFont>
    <p:embeddedFont>
      <p:font typeface="Fraunces Medium" panose="020B0604020202020204" charset="0"/>
      <p:regular r:id="rId18"/>
    </p:embeddedFont>
    <p:embeddedFont>
      <p:font typeface="Rockwell" panose="02060603020205020403" pitchFamily="18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612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4323" y="1346836"/>
            <a:ext cx="10801754" cy="2865120"/>
          </a:xfrm>
        </p:spPr>
        <p:txBody>
          <a:bodyPr anchor="b">
            <a:normAutofit/>
          </a:bodyPr>
          <a:lstStyle>
            <a:lvl1pPr algn="ctr"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4323" y="4322446"/>
            <a:ext cx="10801754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97572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288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093" y="788672"/>
            <a:ext cx="11680214" cy="3423284"/>
          </a:xfrm>
        </p:spPr>
        <p:txBody>
          <a:bodyPr anchor="b">
            <a:normAutofit/>
          </a:bodyPr>
          <a:lstStyle>
            <a:lvl1pPr>
              <a:defRPr sz="4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5093" y="4322446"/>
            <a:ext cx="11680214" cy="1800224"/>
          </a:xfrm>
        </p:spPr>
        <p:txBody>
          <a:bodyPr/>
          <a:lstStyle>
            <a:lvl1pPr marL="0" indent="0" algn="ctr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90767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5" y="731521"/>
            <a:ext cx="12424513" cy="15915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6554" y="2505984"/>
            <a:ext cx="6127205" cy="4443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8084" y="2505984"/>
            <a:ext cx="6112985" cy="4443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9589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5" y="731520"/>
            <a:ext cx="12424513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165" y="2505984"/>
            <a:ext cx="5855039" cy="98869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6554" y="3494678"/>
            <a:ext cx="6128650" cy="3454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82404" y="2505984"/>
            <a:ext cx="5838665" cy="98869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1" y="3494678"/>
            <a:ext cx="6114428" cy="3454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78600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62467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0327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0674" y="731520"/>
            <a:ext cx="4718684" cy="2834640"/>
          </a:xfrm>
        </p:spPr>
        <p:txBody>
          <a:bodyPr anchor="b">
            <a:normAutofit/>
          </a:bodyPr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3677" y="731520"/>
            <a:ext cx="7427390" cy="62179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0674" y="3566161"/>
            <a:ext cx="4718684" cy="3383279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71034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0673" y="731520"/>
            <a:ext cx="7115728" cy="2834640"/>
          </a:xfrm>
        </p:spPr>
        <p:txBody>
          <a:bodyPr anchor="b">
            <a:normAutofit/>
          </a:bodyPr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09765" y="910657"/>
            <a:ext cx="3906427" cy="5859646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3" y="3566160"/>
            <a:ext cx="7121940" cy="3383280"/>
          </a:xfrm>
        </p:spPr>
        <p:txBody>
          <a:bodyPr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9223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67" y="5147247"/>
            <a:ext cx="12441077" cy="983226"/>
          </a:xfrm>
        </p:spPr>
        <p:txBody>
          <a:bodyPr anchor="b">
            <a:normAutofit/>
          </a:bodyPr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96567" y="745586"/>
            <a:ext cx="12441077" cy="4055682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4" y="6130474"/>
            <a:ext cx="12439198" cy="818966"/>
          </a:xfrm>
        </p:spPr>
        <p:txBody>
          <a:bodyPr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4852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4" y="731521"/>
            <a:ext cx="12424514" cy="4109831"/>
          </a:xfrm>
        </p:spPr>
        <p:txBody>
          <a:bodyPr anchor="ctr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5" y="5045784"/>
            <a:ext cx="12424513" cy="1910623"/>
          </a:xfrm>
        </p:spPr>
        <p:txBody>
          <a:bodyPr anchor="ctr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1759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731520"/>
            <a:ext cx="11163302" cy="3591485"/>
          </a:xfrm>
        </p:spPr>
        <p:txBody>
          <a:bodyPr anchor="ctr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064773" y="4332039"/>
            <a:ext cx="10502759" cy="512174"/>
          </a:xfrm>
        </p:spPr>
        <p:txBody>
          <a:bodyPr anchor="t">
            <a:normAutofit/>
          </a:bodyPr>
          <a:lstStyle>
            <a:lvl1pPr marL="0" indent="0" algn="r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3" y="5045785"/>
            <a:ext cx="12424514" cy="190365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03934" y="882289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89547" y="3566512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938172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68" y="2552331"/>
            <a:ext cx="12426392" cy="3014202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3" y="5580667"/>
            <a:ext cx="12424516" cy="1368773"/>
          </a:xfrm>
        </p:spPr>
        <p:txBody>
          <a:bodyPr anchor="t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15536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096553" y="731520"/>
            <a:ext cx="12424514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96553" y="2505983"/>
            <a:ext cx="3958747" cy="98796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96553" y="3493949"/>
            <a:ext cx="3958747" cy="3455491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33853" y="2505984"/>
            <a:ext cx="3958270" cy="98796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333854" y="3493949"/>
            <a:ext cx="3959785" cy="3455491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7958" y="2505984"/>
            <a:ext cx="3949453" cy="98796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571616" y="3493949"/>
            <a:ext cx="3949453" cy="3455491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06946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096554" y="731520"/>
            <a:ext cx="12424514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96555" y="5035079"/>
            <a:ext cx="3958746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10424" y="2758784"/>
            <a:ext cx="3528060" cy="18288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96555" y="5726593"/>
            <a:ext cx="3958746" cy="1222846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31242" y="5035079"/>
            <a:ext cx="3958780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482796" y="2758784"/>
            <a:ext cx="3516630" cy="18288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329618" y="5726592"/>
            <a:ext cx="3960403" cy="1222846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8108" y="5035079"/>
            <a:ext cx="3947880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783364" y="2758784"/>
            <a:ext cx="3518536" cy="18288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67957" y="5726594"/>
            <a:ext cx="3953110" cy="12228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1252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46688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731520"/>
            <a:ext cx="3051188" cy="621792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6553" y="731520"/>
            <a:ext cx="9190446" cy="62179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64591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60817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450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125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2992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9934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972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1637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5315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317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865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555" y="731521"/>
            <a:ext cx="12424513" cy="1591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54" y="2515277"/>
            <a:ext cx="12424514" cy="4434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14483" y="705993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6553" y="7059931"/>
            <a:ext cx="800743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16814" y="7059931"/>
            <a:ext cx="90425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8314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</p:sldLayoutIdLst>
  <p:hf sldNum="0" hdr="0" ftr="0" dt="0"/>
  <p:txStyles>
    <p:titleStyle>
      <a:lvl1pPr algn="ctr" defTabSz="1097280" rtl="0" eaLnBrk="1" latinLnBrk="0" hangingPunct="1">
        <a:lnSpc>
          <a:spcPct val="90000"/>
        </a:lnSpc>
        <a:spcBef>
          <a:spcPct val="0"/>
        </a:spcBef>
        <a:buNone/>
        <a:defRPr sz="408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microsoft.com/office/2007/relationships/hdphoto" Target="../media/hdphoto1.wdp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idmeheraj/PetBondhuBD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4" Type="http://schemas.openxmlformats.org/officeDocument/2006/relationships/hyperlink" Target="mailto:support@petcareplu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140" y="2103120"/>
            <a:ext cx="4770120" cy="4023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84582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PetBondhuBD </a:t>
            </a: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: All-in-One Pet Health &amp; Essentials Platform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33123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Track, Order, Care – All in One Place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93790" y="4134445"/>
            <a:ext cx="3501509" cy="1497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Submitted By: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👤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</a:t>
            </a: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Name: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Shaid </a:t>
            </a:r>
            <a:r>
              <a:rPr lang="en-US" sz="1750" dirty="0" err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Ibna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Sobhan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📝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</a:t>
            </a: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ID: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2102057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🎓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Reg: 10184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996672" y="5569744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Patuakhali Science &amp; Technology University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856321" y="413444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Supervised By: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856321" y="470142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Prof. Dr. Md Samsuzzaman Professor, CCE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856321" y="563129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Arpita Howlader             Associate Professor, CCE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70208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8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098" y="612934"/>
            <a:ext cx="7583805" cy="1393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Pet Care Struggle is Real!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80098" y="2340293"/>
            <a:ext cx="3680460" cy="2841308"/>
          </a:xfrm>
          <a:prstGeom prst="roundRect">
            <a:avLst>
              <a:gd name="adj" fmla="val 5149"/>
            </a:avLst>
          </a:prstGeom>
          <a:noFill/>
          <a:ln w="3048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49618" y="2340293"/>
            <a:ext cx="121920" cy="2841308"/>
          </a:xfrm>
          <a:prstGeom prst="roundRect">
            <a:avLst>
              <a:gd name="adj" fmla="val 76789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24903" y="2593658"/>
            <a:ext cx="2786301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Too Many Apps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124903" y="3075623"/>
            <a:ext cx="3082290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Health tracking here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24903" y="3510201"/>
            <a:ext cx="3082290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Food delivery there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124903" y="3944779"/>
            <a:ext cx="3082290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Vet bookings elsewhere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683443" y="2340293"/>
            <a:ext cx="3680460" cy="2841308"/>
          </a:xfrm>
          <a:prstGeom prst="roundRect">
            <a:avLst>
              <a:gd name="adj" fmla="val 5149"/>
            </a:avLst>
          </a:prstGeom>
          <a:noFill/>
          <a:ln w="3048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52963" y="2340293"/>
            <a:ext cx="121920" cy="2841308"/>
          </a:xfrm>
          <a:prstGeom prst="roundRect">
            <a:avLst>
              <a:gd name="adj" fmla="val 76789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8248" y="2593658"/>
            <a:ext cx="3082290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 Bangladeshi Solution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5028248" y="3423880"/>
            <a:ext cx="308229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Existing apps miss local needs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5028248" y="4215051"/>
            <a:ext cx="308229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Language, currency, and habits ignored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780098" y="5404485"/>
            <a:ext cx="7583805" cy="2214443"/>
          </a:xfrm>
          <a:prstGeom prst="roundRect">
            <a:avLst>
              <a:gd name="adj" fmla="val 6607"/>
            </a:avLst>
          </a:prstGeom>
          <a:noFill/>
          <a:ln w="3048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49618" y="5404485"/>
            <a:ext cx="121920" cy="2214443"/>
          </a:xfrm>
          <a:prstGeom prst="roundRect">
            <a:avLst>
              <a:gd name="adj" fmla="val 76789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124903" y="5657850"/>
            <a:ext cx="2873693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Wasted Time &amp; Stress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1124903" y="6139815"/>
            <a:ext cx="698563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Forgetting vaccines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124903" y="6574393"/>
            <a:ext cx="698563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Missing discount deals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1124903" y="7008971"/>
            <a:ext cx="6985635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Losing pet records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439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Solution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06366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🌟</a:t>
            </a: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All Pet Care in One Place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939659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7901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Health Tracking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28054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Vaccine reminders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72273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Diet/weight logs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939659"/>
            <a:ext cx="566976" cy="5669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4790123"/>
            <a:ext cx="3109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Essentials Marketplace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528054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Food, toys, meds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235893" y="572273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grooming products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939659"/>
            <a:ext cx="566976" cy="5669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7995" y="47901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Vet Consultations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528054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Book consultations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9677995" y="572273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Emergency contacts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621387"/>
            <a:ext cx="5649754" cy="70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Features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0932" y="1779508"/>
            <a:ext cx="13048536" cy="72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PetBondhuBD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is designed with the user in mind, providing a seamless and comprehensive experience through its core functionalities.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0932" y="2756654"/>
            <a:ext cx="6439495" cy="677942"/>
          </a:xfrm>
          <a:prstGeom prst="roundRect">
            <a:avLst>
              <a:gd name="adj" fmla="val 48002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1194" y="2883813"/>
            <a:ext cx="338971" cy="423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16913" y="3660577"/>
            <a:ext cx="2824877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User Authentication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6913" y="4149209"/>
            <a:ext cx="5987534" cy="72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Secure login and registration with multiple options, including OTP verification.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399853" y="2756654"/>
            <a:ext cx="6439614" cy="677942"/>
          </a:xfrm>
          <a:prstGeom prst="roundRect">
            <a:avLst>
              <a:gd name="adj" fmla="val 48002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50116" y="2883813"/>
            <a:ext cx="338971" cy="423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625834" y="3660577"/>
            <a:ext cx="3244453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Pet Profile Management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25834" y="4149209"/>
            <a:ext cx="5987653" cy="72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Create and manage detailed profiles for each pet, including health history.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0932" y="5267563"/>
            <a:ext cx="6439495" cy="677942"/>
          </a:xfrm>
          <a:prstGeom prst="roundRect">
            <a:avLst>
              <a:gd name="adj" fmla="val 48002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1194" y="5394722"/>
            <a:ext cx="338971" cy="423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6913" y="6171486"/>
            <a:ext cx="2824877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In-App Marketplace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6913" y="6660118"/>
            <a:ext cx="5987534" cy="72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Browse and purchase a wide range of pet products with competitive pricing.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399853" y="5267563"/>
            <a:ext cx="6439614" cy="677942"/>
          </a:xfrm>
          <a:prstGeom prst="roundRect">
            <a:avLst>
              <a:gd name="adj" fmla="val 480021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450116" y="5394722"/>
            <a:ext cx="338971" cy="423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7625834" y="6171486"/>
            <a:ext cx="2824877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Order Tracking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25834" y="6660118"/>
            <a:ext cx="5987653" cy="72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Monitor the real-time status of your purchases from confirmation to delivery.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57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Pet Profile Setup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1810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Creating a profile for your pet is quick and easy, ensuring all their vital information is securely stored and accessible within the app.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54216"/>
            <a:ext cx="6244709" cy="3864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9521" y="320313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Photo Upload: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Personalise each profile with your pet's adorable photo.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400823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Breed &amp; Details: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Input essential information like breed, age, and weight for accurate records.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521" y="481334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Medical History: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Keep a comprehensive log of vaccinations, allergies, and past treatments.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561844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Customised Reminders: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Set up alerts for important dates, ensuring no vaccination or check-up is missed.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3287" y="458272"/>
            <a:ext cx="5694998" cy="520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Comprehensive Marketplace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83287" y="1312426"/>
            <a:ext cx="1346382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Our in-app marketplace offers a diverse range of products, making it a one-stop shop for all your pet's needs, complete with clear pricing and discount displays.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07" y="2035192"/>
            <a:ext cx="4379006" cy="43790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95063" y="2254578"/>
            <a:ext cx="7052049" cy="676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6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Food Categories:</a:t>
            </a: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From premium brands like Pedigree to delicious treats, find everything your pet needs.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002684" y="3043793"/>
            <a:ext cx="70520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6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Grooming Essentials:</a:t>
            </a: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 wide selection of shampoos, brushes, and accessories for a well-groomed pet.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002684" y="3862144"/>
            <a:ext cx="70520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6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Toys &amp; Accessories:</a:t>
            </a: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Keep your pets entertained and comfortable with our curated selection.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02684" y="4714190"/>
            <a:ext cx="70520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6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Transparent Pricing:</a:t>
            </a: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Clearly displayed prices and exciting discounts ensure value for money.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812" y="613529"/>
            <a:ext cx="7462242" cy="697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Cart &amp; Checkout Experience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0812" y="1756886"/>
            <a:ext cx="13068776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We've designed a user-friendly cart and checkout process that allows for easy order review, coupon application, and flexible payment options, ensuring a smooth transaction every time.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12" y="2972753"/>
            <a:ext cx="6126004" cy="34457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58789" y="2922508"/>
            <a:ext cx="6398300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Cart Summary: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Review all items, quantities, and prices before proceeding to payment.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458789" y="3714393"/>
            <a:ext cx="6398300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Coupon Application: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Easily apply discounts and promotional codes for savings.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458789" y="4506278"/>
            <a:ext cx="6398300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Address &amp; Payment Options: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Choose from multiple delivery addresses and secure payment methods.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458789" y="5298162"/>
            <a:ext cx="6398300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Order Confirmation: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Receive instant confirmation and tracking details upon successful checkout.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80812" y="7121247"/>
            <a:ext cx="6670596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003381" y="7121247"/>
            <a:ext cx="5853708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lumMod val="5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saturation sat="10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30" y="-16073"/>
            <a:ext cx="14630400" cy="8229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1"/>
          <p:cNvSpPr/>
          <p:nvPr/>
        </p:nvSpPr>
        <p:spPr>
          <a:xfrm>
            <a:off x="674370" y="530423"/>
            <a:ext cx="5541235" cy="674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000" b="1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Project Timeline</a:t>
            </a:r>
            <a:endParaRPr lang="en-US" sz="4000" b="1" dirty="0">
              <a:solidFill>
                <a:schemeClr val="tx2">
                  <a:lumMod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74370" y="1421487"/>
            <a:ext cx="13281660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strategic overview of our development phases, from design to launch.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03770" y="1946315"/>
            <a:ext cx="22860" cy="5752862"/>
          </a:xfrm>
          <a:prstGeom prst="roundRect">
            <a:avLst>
              <a:gd name="adj" fmla="val 354015"/>
            </a:avLst>
          </a:prstGeom>
          <a:solidFill>
            <a:srgbClr val="41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543258" y="2151578"/>
            <a:ext cx="578048" cy="22860"/>
          </a:xfrm>
          <a:prstGeom prst="roundRect">
            <a:avLst>
              <a:gd name="adj" fmla="val 354015"/>
            </a:avLst>
          </a:prstGeom>
          <a:solidFill>
            <a:srgbClr val="447E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098447" y="1946315"/>
            <a:ext cx="433507" cy="433507"/>
          </a:xfrm>
          <a:prstGeom prst="roundRect">
            <a:avLst>
              <a:gd name="adj" fmla="val 18668"/>
            </a:avLst>
          </a:prstGeom>
          <a:solidFill>
            <a:srgbClr val="5E98F1"/>
          </a:solidFill>
          <a:ln w="7620">
            <a:solidFill>
              <a:srgbClr val="447E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658" y="1982391"/>
            <a:ext cx="288965" cy="3612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43350" y="2012513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UI/UX Design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74370" y="2429113"/>
            <a:ext cx="5677495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Weeks 1-2: Focused on user interface and experience creation.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509093" y="3307556"/>
            <a:ext cx="578048" cy="22860"/>
          </a:xfrm>
          <a:prstGeom prst="roundRect">
            <a:avLst>
              <a:gd name="adj" fmla="val 354015"/>
            </a:avLst>
          </a:prstGeom>
          <a:solidFill>
            <a:srgbClr val="42A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098447" y="3102293"/>
            <a:ext cx="433507" cy="433507"/>
          </a:xfrm>
          <a:prstGeom prst="roundRect">
            <a:avLst>
              <a:gd name="adj" fmla="val 18668"/>
            </a:avLst>
          </a:prstGeom>
          <a:solidFill>
            <a:srgbClr val="5CC97B"/>
          </a:solidFill>
          <a:ln w="7620">
            <a:solidFill>
              <a:srgbClr val="42AF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658" y="3138368"/>
            <a:ext cx="288965" cy="3612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78535" y="3168491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Backend (Firebase)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278535" y="3585091"/>
            <a:ext cx="5677495" cy="623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Weeks 3-6: Developing robust server-side infrastructure. 🚀 MVP (Login + Pet Profiles) ready by Week 3.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543258" y="4303990"/>
            <a:ext cx="578048" cy="22860"/>
          </a:xfrm>
          <a:prstGeom prst="roundRect">
            <a:avLst>
              <a:gd name="adj" fmla="val 354015"/>
            </a:avLst>
          </a:prstGeom>
          <a:solidFill>
            <a:srgbClr val="9644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098447" y="4098727"/>
            <a:ext cx="433507" cy="433507"/>
          </a:xfrm>
          <a:prstGeom prst="roundRect">
            <a:avLst>
              <a:gd name="adj" fmla="val 18668"/>
            </a:avLst>
          </a:prstGeom>
          <a:solidFill>
            <a:srgbClr val="B05EF1"/>
          </a:solidFill>
          <a:ln w="7620">
            <a:solidFill>
              <a:srgbClr val="964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0658" y="4134803"/>
            <a:ext cx="288965" cy="3612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43350" y="4164924"/>
            <a:ext cx="2408515" cy="367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Code Integration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74370" y="4581525"/>
            <a:ext cx="5677495" cy="623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Weeks 5-8: Incorporating smart features and coding capabilities. 🔍 Coding Prototype Ready by Week 8.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7509093" y="5300424"/>
            <a:ext cx="578048" cy="22860"/>
          </a:xfrm>
          <a:prstGeom prst="roundRect">
            <a:avLst>
              <a:gd name="adj" fmla="val 354015"/>
            </a:avLst>
          </a:prstGeom>
          <a:solidFill>
            <a:srgbClr val="E58A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7098447" y="5095161"/>
            <a:ext cx="433507" cy="433507"/>
          </a:xfrm>
          <a:prstGeom prst="roundRect">
            <a:avLst>
              <a:gd name="adj" fmla="val 18668"/>
            </a:avLst>
          </a:prstGeom>
          <a:solidFill>
            <a:srgbClr val="FFA44F"/>
          </a:solidFill>
          <a:ln w="7620">
            <a:solidFill>
              <a:srgbClr val="E58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0658" y="5131237"/>
            <a:ext cx="288965" cy="3612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278535" y="5161359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Testing &amp; Debugging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8278535" y="5577959"/>
            <a:ext cx="5677495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Weeks 9-10: Rigorous testing to ensure stability and performance.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6543258" y="6296858"/>
            <a:ext cx="578048" cy="22860"/>
          </a:xfrm>
          <a:prstGeom prst="roundRect">
            <a:avLst>
              <a:gd name="adj" fmla="val 354015"/>
            </a:avLst>
          </a:prstGeom>
          <a:solidFill>
            <a:srgbClr val="FF5D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7098447" y="6091595"/>
            <a:ext cx="433507" cy="433507"/>
          </a:xfrm>
          <a:prstGeom prst="roundRect">
            <a:avLst>
              <a:gd name="adj" fmla="val 18668"/>
            </a:avLst>
          </a:prstGeom>
          <a:solidFill>
            <a:srgbClr val="F44444"/>
          </a:solidFill>
          <a:ln w="7620">
            <a:solidFill>
              <a:srgbClr val="FF5D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0658" y="6127671"/>
            <a:ext cx="288965" cy="36123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943350" y="6157793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Launch Prep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674370" y="6574393"/>
            <a:ext cx="5677495" cy="623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Week 11: Final preparations for app store submission. </a:t>
            </a:r>
            <a:r>
              <a:rPr lang="en-US" sz="15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🎯</a:t>
            </a:r>
            <a:r>
              <a:rPr lang="en-US" sz="15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App Store Submission by Week 11.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4505"/>
            <a:ext cx="71306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Next-Level </a:t>
            </a:r>
            <a:r>
              <a:rPr lang="en-US" sz="4450" b="1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PetBondhuBD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169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Building the future of pet care – one innovation at a time!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34966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Pet Finder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159454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Upload a photo for AI to match lost pets in seconds. See their last-known location on maps.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534966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4669036"/>
            <a:ext cx="30435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Any Device, Anywhere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5159454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 PetCare+ seamlessly on phone, desktop, and web. Manage multiple pets in one place.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534966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4669036"/>
            <a:ext cx="30953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Smart Health Tracking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5159454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Automated reminders for vaccines and check-ups. Easily track weight and food with simple logs.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4491" y="1296472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8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Thank You!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3667006" y="3054310"/>
            <a:ext cx="7296269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PetBondhuBD </a:t>
            </a: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: All-in-One Pet Care Solution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46703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Contact Us: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88399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✉️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Email: shaidmeheraj9@gmail.com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921693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💻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GitHub: </a:t>
            </a:r>
            <a:r>
              <a:rPr lang="en-US" sz="1750" u="sng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https://github.com/shaidmeheraj/PetBondhuBD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554986"/>
            <a:ext cx="13042821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🛠️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Support: </a:t>
            </a:r>
            <a:r>
              <a:rPr lang="en-US" sz="1750" u="sng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support@petbondhubd.com</a:t>
            </a:r>
            <a:endParaRPr lang="en-US" sz="175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15</TotalTime>
  <Words>737</Words>
  <Application>Microsoft Office PowerPoint</Application>
  <PresentationFormat>Custom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Fraunces Medium</vt:lpstr>
      <vt:lpstr>Rockwell</vt:lpstr>
      <vt:lpstr>Epilogue</vt:lpstr>
      <vt:lpstr>Bookman Old Style</vt:lpstr>
      <vt:lpstr>Times New Roman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Shaid Meheraj</dc:creator>
  <cp:lastModifiedBy>Shaid Meheraj</cp:lastModifiedBy>
  <cp:revision>2</cp:revision>
  <dcterms:created xsi:type="dcterms:W3CDTF">2025-07-18T20:11:16Z</dcterms:created>
  <dcterms:modified xsi:type="dcterms:W3CDTF">2025-07-18T20:27:47Z</dcterms:modified>
</cp:coreProperties>
</file>