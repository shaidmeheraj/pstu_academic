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1667" autoAdjust="0"/>
  </p:normalViewPr>
  <p:slideViewPr>
    <p:cSldViewPr snapToGrid="0">
      <p:cViewPr varScale="1">
        <p:scale>
          <a:sx n="98" d="100"/>
          <a:sy n="98" d="100"/>
        </p:scale>
        <p:origin x="90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E9A6-40C8-433D-BFD5-F46EF137E353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E82B-E672-4DA7-B402-278F1CA9E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52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E9A6-40C8-433D-BFD5-F46EF137E353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E82B-E672-4DA7-B402-278F1CA9E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3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E9A6-40C8-433D-BFD5-F46EF137E353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E82B-E672-4DA7-B402-278F1CA9E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1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E9A6-40C8-433D-BFD5-F46EF137E353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E82B-E672-4DA7-B402-278F1CA9E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9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E9A6-40C8-433D-BFD5-F46EF137E353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E82B-E672-4DA7-B402-278F1CA9E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20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E9A6-40C8-433D-BFD5-F46EF137E353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E82B-E672-4DA7-B402-278F1CA9E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200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E9A6-40C8-433D-BFD5-F46EF137E353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E82B-E672-4DA7-B402-278F1CA9E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16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E9A6-40C8-433D-BFD5-F46EF137E353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E82B-E672-4DA7-B402-278F1CA9E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71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E9A6-40C8-433D-BFD5-F46EF137E353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E82B-E672-4DA7-B402-278F1CA9E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1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E9A6-40C8-433D-BFD5-F46EF137E353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E82B-E672-4DA7-B402-278F1CA9E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6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6E9A6-40C8-433D-BFD5-F46EF137E353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E82B-E672-4DA7-B402-278F1CA9E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9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6E9A6-40C8-433D-BFD5-F46EF137E353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FE82B-E672-4DA7-B402-278F1CA9EB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83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Newton-Cotes Integration Formulas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75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Newton-Cotes Integration Formulas are numerical </a:t>
            </a:r>
            <a:r>
              <a:rPr lang="en-US" dirty="0">
                <a:solidFill>
                  <a:srgbClr val="FF0000"/>
                </a:solidFill>
              </a:rPr>
              <a:t>integration techniques</a:t>
            </a:r>
            <a:r>
              <a:rPr lang="en-US" dirty="0"/>
              <a:t> that </a:t>
            </a:r>
            <a:r>
              <a:rPr lang="en-US" dirty="0">
                <a:solidFill>
                  <a:srgbClr val="FF0000"/>
                </a:solidFill>
              </a:rPr>
              <a:t>approximate the definite integral of a function using polynomials passing through equally spaced points</a:t>
            </a:r>
            <a:r>
              <a:rPr lang="en-US" dirty="0"/>
              <a:t>. </a:t>
            </a:r>
          </a:p>
          <a:p>
            <a:r>
              <a:rPr lang="en-US" dirty="0"/>
              <a:t>These formulas are a family of rules </a:t>
            </a:r>
            <a:r>
              <a:rPr lang="en-US" dirty="0">
                <a:solidFill>
                  <a:srgbClr val="FF0000"/>
                </a:solidFill>
              </a:rPr>
              <a:t>derived from interpolating polynomials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038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7326"/>
            <a:ext cx="9221487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06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766" y="365125"/>
            <a:ext cx="7544853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46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6083"/>
            <a:ext cx="8821381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9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07" y="872451"/>
            <a:ext cx="5254869" cy="55062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607" y="365125"/>
            <a:ext cx="6570786" cy="624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46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3219"/>
            <a:ext cx="5690681" cy="6240668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67424" y="1071563"/>
            <a:ext cx="6124575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21783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3219"/>
            <a:ext cx="5690681" cy="624066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761" y="365125"/>
            <a:ext cx="6263240" cy="616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83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32" y="495896"/>
            <a:ext cx="6263240" cy="61624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072" y="0"/>
            <a:ext cx="5800928" cy="715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33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3219"/>
            <a:ext cx="6263240" cy="61624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072" y="0"/>
            <a:ext cx="5800928" cy="715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8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926" y="0"/>
            <a:ext cx="5800928" cy="71542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681" y="0"/>
            <a:ext cx="6313251" cy="715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40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313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69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4" y="126460"/>
            <a:ext cx="12123906" cy="66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5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82" y="442495"/>
            <a:ext cx="9926435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102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86" y="347232"/>
            <a:ext cx="10738406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74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4" y="365125"/>
            <a:ext cx="6935168" cy="53290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852" y="365125"/>
            <a:ext cx="5031148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39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39</Words>
  <Application>Microsoft Office PowerPoint</Application>
  <PresentationFormat>Widescreen</PresentationFormat>
  <Paragraphs>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Newton-Cotes Integration Formulas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Newton-Cotes Integration Formulas</dc:title>
  <dc:creator>Lenovo</dc:creator>
  <cp:lastModifiedBy>Shaid Meheraj</cp:lastModifiedBy>
  <cp:revision>9</cp:revision>
  <dcterms:created xsi:type="dcterms:W3CDTF">2025-07-11T05:41:59Z</dcterms:created>
  <dcterms:modified xsi:type="dcterms:W3CDTF">2025-10-12T15:04:04Z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2025-07-13T04:06:37Z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7d4840c6-07d8-40c5-9c14-4a66fee0631c</vt:lpwstr>
  </property>
  <property fmtid="{D5CDD505-2E9C-101B-9397-08002B2CF9AE}" pid="7" name="MSIP_Label_defa4170-0d19-0005-0004-bc88714345d2_ActionId">
    <vt:lpwstr>023fe934-cecd-46bf-92c8-7987d0adfaca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