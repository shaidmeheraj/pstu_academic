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0.000 70.000 24575,'42.000'0.000'0,"233.000"0.000"0,333.000-44.000 0,-360.000 19.000-1365,-224.000 25.000-5461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1.000 1.000 24575,'0.000'8.000'0,"1.000"-1.000"0,1.000 1.000 0,-1.000 0.000 0,1.000-1.000 0,1.000 1.000 0,-1.000-1.000 0,1.000 0.000 0,0.000 0.000 0,1.000 0.000 0,0.000 0.000 0,0.000 0.000 0,0.000-1.000 0,1.000 0.000 0,0.000 0.000 0,0.000 0.000 0,1.000 0.000 0,11.000 8.000 0,10.000 7.000 0,1.000-1.000 0,54.000 29.000 0,-53.000-33.000 0,5.000 1.000 0,1.000-2.000 0,1.000-2.000 0,0.000-1.000 0,1.000-1.000 0,54.000 7.000 0,-67.000-13.000 0,-1.000-1.000 0,1.000-2.000 0,1.000 0.000 0,-1.000-2.000 0,0.000 0.000 0,0.000-2.000 0,29.000-5.000 0,-27.000-6.000 0,-25.000 13.000 0,-1.000 0.000 0,0.000-1.000 0,1.000 1.000 0,-1.000 0.000 0,0.000-1.000 0,1.000 1.000 0,-1.000-1.000 0,0.000 1.000 0,0.000 0.000 0,0.000-1.000 0,1.000 1.000 0,-1.000-1.000 0,0.000 1.000 0,0.000-1.000 0,0.000 1.000 0,0.000-1.000 0,0.000 1.000 0,0.000-1.000 0,0.000 1.000 0,0.000-1.000 0,0.000 1.000 0,0.000-1.000 0,0.000 1.000 0,0.000 0.000 0,0.000-1.000 0,0.000 1.000 0,-1.000-1.000 0,1.000 1.000 0,0.000-1.000 0,-3.000-3.000 0,0.000 1.000 0,0.000-1.000 0,-1.000 1.000 0,1.000 0.000 0,-1.000 0.000 0,1.000 1.000 0,-8.000-5.000 0,10.000 7.000 0,5.000 0.000 0,0.000 0.000 0,-1.000 1.000 0,1.000-1.000 0,-1.000 1.000 0,1.000 0.000 0,-1.000 0.000 0,1.000 0.000 0,-1.000 1.000 0,1.000-1.000 0,-1.000 1.000 0,0.000-1.000 0,0.000 1.000 0,0.000 0.000 0,0.000 1.000 0,4.000 3.000 0,-5.000-3.000 3,0.000 0.000-1,0.000 0.000 0,0.000 0.000 1,-1.000 1.000-1,1.000-1.000 0,-1.000 0.000 1,0.000 1.000-1,0.000-1.000 1,-1.000 1.000-1,1.000-1.000 0,-1.000 1.000 1,1.000 0.000-1,-1.000-1.000 0,0.000 1.000 1,0.000-1.000-1,-1.000 1.000 1,1.000 0.000-1,-1.000-1.000 0,0.000 1.000 1,0.000-1.000-1,0.000 1.000 0,0.000-1.000 1,-4.000 7.000-1,-3.000 5.000-89,-1.000 0.000 1,-1.000-1.000-1,-21.000 25.000 0,6.000-8.000-988,16.000-17.000-5751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89.000 1.000 24575,'-8.000'9.000'0,"0.000"1.000"0,1.000 0.000 0,0.000 1.000 0,0.000 0.000 0,1.000 0.000 0,0.000 0.000 0,1.000 1.000 0,1.000 0.000 0,-5.000 15.000 0,2.000-1.000 0,2.000 0.000 0,1.000 0.000 0,-2.000 39.000 0,6.000-60.000 0,1.000 1.000 0,-1.000-1.000 0,1.000 1.000 0,0.000-1.000 0,0.000 0.000 0,1.000 1.000 0,0.000-1.000 0,0.000 0.000 0,0.000 0.000 0,1.000 0.000 0,-1.000 0.000 0,1.000-1.000 0,0.000 1.000 0,0.000-1.000 0,1.000 1.000 0,0.000-1.000 0,-1.000 0.000 0,1.000-1.000 0,1.000 1.000 0,-1.000 0.000 0,6.000 2.000 0,6.000 5.000 0,1.000-1.000 0,1.000-1.000 0,0.000 0.000 0,31.000 10.000 0,-40.000-16.000 0,1.000 0.000 0,-1.000-1.000 0,1.000 0.000 0,-1.000-1.000 0,1.000 0.000 0,0.000 0.000 0,13.000-1.000 0,-20.000 0.000 0,0.000-1.000 0,0.000 1.000 0,-1.000 0.000 0,1.000-1.000 0,0.000 1.000 0,0.000-1.000 0,-1.000 0.000 0,1.000 0.000 0,-1.000 0.000 0,1.000-1.000 0,-1.000 1.000 0,1.000 0.000 0,-1.000-1.000 0,0.000 0.000 0,1.000 1.000 0,-1.000-1.000 0,0.000 0.000 0,0.000 0.000 0,0.000 0.000 0,-1.000 0.000 0,1.000-1.000 0,0.000 1.000 0,-1.000 0.000 0,0.000-1.000 0,1.000 1.000 0,-1.000-1.000 0,0.000 0.000 0,0.000 1.000 0,0.000-5.000 0,1.000-1.000 0,-1.000 0.000 0,-1.000 0.000 0,1.000 0.000 0,-1.000 0.000 0,-1.000 0.000 0,0.000 0.000 0,0.000 0.000 0,0.000 0.000 0,-1.000 0.000 0,0.000 0.000 0,-1.000 1.000 0,1.000-1.000 0,-2.000 1.000 0,1.000 0.000 0,-1.000-1.000 0,0.000 2.000 0,0.000-1.000 0,-1.000 0.000 0,0.000 1.000 0,0.000 0.000 0,0.000 0.000 0,-1.000 0.000 0,0.000 1.000 0,0.000 0.000 0,-1.000 0.000 0,1.000 1.000 0,-1.000-1.000 0,0.000 1.000 0,0.000 1.000 0,-1.000-1.000 0,1.000 1.000 0,-1.000 1.000 0,1.000-1.000 0,-1.000 1.000 0,0.000 1.000 0,0.000-1.000 0,-13.000 1.000 0,13.000 0.000-106,-3.000 1.000-104,0.000 0.000 1,1.000 0.000-1,-1.000 1.000 0,0.000 0.000 0,-12.000 4.000 0,9.000 0.000-6616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1.000 0.000 24575,'0.000'0.000'-8191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166.000 0.000 24575,'0.000'6.000'0,"-1.000"18.000"0,1.000-1.000 0,1.000 1.000 0,1.000-1.000 0,1.000 0.000 0,1.000 1.000 0,1.000-2.000 0,1.000 1.000 0,12.000 27.000 0,-16.000-44.000 0,1.000 0.000 0,0.000 0.000 0,0.000-1.000 0,0.000 1.000 0,1.000-1.000 0,0.000 0.000 0,0.000 0.000 0,1.000-1.000 0,-1.000 1.000 0,1.000-1.000 0,0.000 0.000 0,0.000 0.000 0,0.000 0.000 0,0.000-1.000 0,1.000 1.000 0,0.000-1.000 0,0.000-1.000 0,-1.000 1.000 0,2.000-1.000 0,-1.000 0.000 0,0.000-1.000 0,10.000 2.000 0,-15.000-3.000 0,3.000 2.000 0,1.000-1.000 0,0.000-1.000 0,-1.000 1.000 0,1.000-1.000 0,0.000 1.000 0,0.000-1.000 0,-1.000-1.000 0,10.000 0.000 0,-13.000 0.000 0,-1.000 1.000 0,1.000-1.000 0,0.000 1.000 0,0.000 0.000 0,0.000-1.000 0,-1.000 1.000 0,1.000-1.000 0,0.000 0.000 0,-1.000 1.000 0,1.000-1.000 0,0.000 0.000 0,-1.000 1.000 0,1.000-1.000 0,-1.000 0.000 0,1.000 0.000 0,-1.000 1.000 0,1.000-1.000 0,-1.000 0.000 0,1.000-1.000 0,-1.000-30.000 0,-3.000 21.000 0,0.000-1.000 0,-1.000 1.000 0,-8.000-17.000 0,-9.000-26.000 0,19.000 45.000 0,0.000 1.000 0,-1.000 0.000 0,0.000 1.000 0,0.000-1.000 0,-1.000 0.000 0,0.000 1.000 0,-1.000 0.000 0,1.000 0.000 0,-1.000 0.000 0,-1.000 1.000 0,1.000-1.000 0,-9.000-6.000 0,10.000 10.000 0,-1.000-1.000 0,1.000 1.000 0,-1.000 0.000 0,0.000 1.000 0,0.000-1.000 0,0.000 1.000 0,0.000 0.000 0,-1.000 0.000 0,1.000 0.000 0,0.000 1.000 0,-1.000 0.000 0,1.000 0.000 0,-1.000 0.000 0,0.000 1.000 0,1.000 0.000 0,-1.000 0.000 0,1.000 0.000 0,-1.000 1.000 0,-8.000 1.000 0,5.000 1.000 0,1.000 1.000 0,0.000-1.000 0,0.000 1.000 0,0.000 0.000 0,0.000 1.000 0,1.000 0.000 0,-1.000 0.000 0,1.000 1.000 0,-12.000 12.000 0,1.000 0.000 0,2.000 1.000 0,-19.000 26.000 0,34.000-43.000 4,-1.000-1.000 1,1.000 0.000-1,0.000 1.000 0,0.000-1.000 0,0.000 1.000 0,0.000 0.000 0,1.000-1.000 0,-1.000 1.000 0,0.000 0.000 1,1.000-1.000-1,-1.000 1.000 0,1.000 0.000 0,0.000 0.000 0,-1.000 0.000 0,1.000-1.000 0,0.000 1.000 0,0.000 0.000 1,0.000 0.000-1,0.000 0.000 0,0.000-1.000 0,1.000 1.000 0,-1.000 0.000 0,1.000 0.000 0,-1.000 0.000 0,1.000-1.000 1,-1.000 1.000-1,1.000 0.000 0,2.000 2.000 0,0.000-1.000-139,0.000 1.000 0,0.000-1.000 0,1.000-1.000 0,-1.000 1.000 0,1.000 0.000 0,0.000-1.000 0,0.000 0.000 0,0.000 0.000 0,0.000 0.000 0,7.000 2.000 0,13.000 5.000-6691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33.000 4.000 24575,'0.000'0.000'0,"0.000"-1.000"0,0.000 1.000 0,1.000 0.000 0,-1.000 0.000 0,0.000-1.000 0,0.000 1.000 0,1.000 0.000 0,-1.000 0.000 0,0.000 0.000 0,0.000 0.000 0,1.000-1.000 0,-1.000 1.000 0,0.000 0.000 0,0.000 0.000 0,1.000 0.000 0,-1.000 0.000 0,0.000 0.000 0,1.000 0.000 0,-1.000 0.000 0,0.000 0.000 0,1.000 0.000 0,-1.000 0.000 0,0.000 0.000 0,1.000 0.000 0,-1.000 0.000 0,0.000 0.000 0,0.000 0.000 0,1.000 0.000 0,-1.000 0.000 0,0.000 0.000 0,1.000 0.000 0,-1.000 0.000 0,0.000 0.000 0,1.000 1.000 0,-1.000-1.000 0,0.000 0.000 0,0.000 0.000 0,1.000 0.000 0,-1.000 0.000 0,0.000 1.000 0,0.000-1.000 0,0.000 0.000 0,1.000 0.000 0,-1.000 1.000 0,0.000-1.000 0,0.000 0.000 0,0.000 1.000 0,7.000 21.000 0,-3.000 26.000 0,-4.000-48.000 0,-2.000 90.000 0,0.000-64.000 0,1.000 0.000 0,1.000 0.000 0,1.000 0.000 0,2.000 0.000 0,7.000 36.000 0,-9.000-58.000 0,0.000-1.000 0,0.000 0.000 0,0.000 1.000 0,0.000-1.000 0,1.000 0.000 0,-1.000 0.000 0,1.000 0.000 0,0.000 0.000 0,0.000 0.000 0,0.000 0.000 0,0.000-1.000 0,1.000 1.000 0,-1.000-1.000 0,1.000 1.000 0,0.000-1.000 0,-1.000 0.000 0,1.000 0.000 0,0.000 0.000 0,0.000 0.000 0,0.000-1.000 0,0.000 1.000 0,1.000-1.000 0,-1.000 0.000 0,0.000 0.000 0,1.000 0.000 0,-1.000 0.000 0,0.000-1.000 0,1.000 1.000 0,-1.000-1.000 0,1.000 0.000 0,-1.000 0.000 0,1.000 0.000 0,-1.000 0.000 0,5.000-1.000 0,-3.000-1.000 0,0.000 1.000 0,0.000 0.000 0,0.000-1.000 0,0.000 0.000 0,-1.000 0.000 0,1.000-1.000 0,-1.000 1.000 0,1.000-1.000 0,-1.000 0.000 0,0.000 0.000 0,0.000 0.000 0,0.000-1.000 0,0.000 0.000 0,-1.000 1.000 0,1.000-1.000 0,-1.000 0.000 0,0.000-1.000 0,0.000 1.000 0,-1.000-1.000 0,1.000 1.000 0,-1.000-1.000 0,3.000-7.000 0,-3.000 5.000 0,-1.000 0.000 0,1.000 0.000 0,-1.000 0.000 0,0.000-1.000 0,-1.000 1.000 0,1.000-1.000 0,-2.000 1.000 0,1.000 0.000 0,-1.000-1.000 0,0.000 1.000 0,0.000 0.000 0,-1.000 0.000 0,0.000 0.000 0,0.000 0.000 0,-1.000 0.000 0,0.000 0.000 0,0.000 0.000 0,-1.000 1.000 0,0.000-1.000 0,0.000 1.000 0,0.000 0.000 0,-1.000 1.000 0,-9.000-11.000 0,5.000 9.000 0,1.000-1.000 0,-1.000 1.000 0,-1.000 0.000 0,0.000 1.000 0,1.000 0.000 0,-2.000 1.000 0,1.000 0.000 0,-1.000 1.000 0,1.000 0.000 0,-1.000 0.000 0,0.000 1.000 0,-1.000 1.000 0,1.000 0.000 0,-19.000-1.000 0,12.000 2.000-1365,3.000 2.000-5461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0.000 1.000 24575,'1.000'0.000'0,"0.000"0.000"0,0.000 0.000 0,0.000 0.000 0,0.000 1.000 0,-1.000-1.000 0,1.000 1.000 0,0.000-1.000 0,0.000 0.000 0,-1.000 1.000 0,1.000 0.000 0,0.000-1.000 0,-1.000 1.000 0,1.000-1.000 0,-1.000 1.000 0,1.000 0.000 0,-1.000-1.000 0,1.000 1.000 0,-1.000 0.000 0,1.000-1.000 0,-1.000 1.000 0,1.000 0.000 0,-1.000 0.000 0,0.000 0.000 0,0.000-1.000 0,1.000 2.000 0,7.000 28.000 0,-5.000-16.000 0,4.000 8.000 0,2.000 1.000 0,0.000-2.000 0,18.000 29.000 0,-25.000-45.000 0,1.000 0.000 0,0.000-1.000 0,0.000 1.000 0,1.000-1.000 0,-1.000 0.000 0,1.000 0.000 0,0.000 0.000 0,0.000-1.000 0,0.000 1.000 0,1.000-1.000 0,-1.000 0.000 0,1.000 0.000 0,-1.000-1.000 0,1.000 1.000 0,0.000-1.000 0,0.000 0.000 0,0.000 0.000 0,1.000-1.000 0,-1.000 1.000 0,0.000-1.000 0,6.000 0.000 0,-8.000-1.000 0,-1.000 0.000 0,1.000 0.000 0,-1.000-1.000 0,1.000 1.000 0,-1.000-1.000 0,1.000 0.000 0,-1.000 1.000 0,1.000-1.000 0,-1.000 0.000 0,0.000-1.000 0,1.000 1.000 0,-1.000 0.000 0,0.000-1.000 0,0.000 1.000 0,0.000-1.000 0,0.000 1.000 0,0.000-1.000 0,-1.000 0.000 0,1.000 0.000 0,0.000 0.000 0,-1.000 0.000 0,1.000 0.000 0,-1.000 0.000 0,0.000-1.000 0,0.000 1.000 0,0.000 0.000 0,0.000-1.000 0,1.000-3.000 0,1.000-3.000 0,-1.000-1.000 0,0.000 0.000 0,0.000 1.000 0,-1.000-1.000 0,0.000-19.000 0,-3.000 123.000 0,2.000 90.000 0,4.000-166.000-1365,0.000-4.000-5461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0:18: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1.000 155.000 24575,'2.000'-6.000'0,"-1.000"-1.000"0,2.000 1.000 0,-1.000 0.000 0,1.000 0.000 0,0.000 0.000 0,5.000-8.000 0,-1.000 1.000 0,-2.000 4.000 0,0.000 0.000 0,0.000 0.000 0,1.000 1.000 0,0.000 0.000 0,1.000 0.000 0,0.000 0.000 0,8.000-7.000 0,-13.000 14.000 0,-1.000-1.000 0,1.000 1.000 0,-1.000 0.000 0,1.000-1.000 0,-1.000 1.000 0,1.000 0.000 0,0.000 0.000 0,0.000 0.000 0,0.000 0.000 0,0.000 0.000 0,0.000 1.000 0,0.000-1.000 0,0.000 0.000 0,0.000 1.000 0,0.000 0.000 0,0.000-1.000 0,0.000 1.000 0,0.000 0.000 0,0.000 0.000 0,0.000 0.000 0,0.000 0.000 0,0.000 0.000 0,0.000 1.000 0,0.000-1.000 0,0.000 1.000 0,0.000-1.000 0,0.000 1.000 0,0.000 0.000 0,0.000 0.000 0,0.000 0.000 0,0.000 0.000 0,0.000 0.000 0,-1.000 0.000 0,1.000 0.000 0,0.000 1.000 0,-1.000-1.000 0,1.000 1.000 0,-1.000-1.000 0,0.000 1.000 0,1.000-1.000 0,0.000 3.000 0,2.000 2.000 0,-1.000 1.000 0,-1.000 0.000 0,1.000 0.000 0,-1.000-1.000 0,0.000 1.000 0,0.000 1.000 0,-1.000-1.000 0,0.000 0.000 0,0.000 0.000 0,-1.000 0.000 0,0.000 1.000 0,0.000-1.000 0,-1.000 0.000 0,0.000 0.000 0,-2.000 10.000 0,1.000-8.000 0,1.000 0.000 0,0.000 0.000 0,1.000 0.000 0,0.000 1.000 0,1.000-1.000 0,-1.000 0.000 0,2.000 0.000 0,2.000 13.000 0,-3.000-21.000 0,-1.000 0.000 0,1.000 1.000 0,0.000-1.000 0,0.000 0.000 0,0.000 0.000 0,0.000 0.000 0,-1.000 0.000 0,2.000 0.000 0,-1.000 0.000 0,0.000 0.000 0,0.000 0.000 0,0.000 0.000 0,0.000 0.000 0,0.000-1.000 0,1.000 1.000 0,-1.000-1.000 0,0.000 1.000 0,1.000-1.000 0,-1.000 1.000 0,0.000-1.000 0,1.000 1.000 0,-1.000-1.000 0,1.000 0.000 0,-1.000 0.000 0,1.000 0.000 0,-1.000 0.000 0,0.000 0.000 0,1.000 0.000 0,-1.000 0.000 0,1.000-1.000 0,2.000 0.000 0,54.000-17.000 0,-31.000 8.000 0,-23.000 9.000 0,-1.000 0.000 0,1.000 0.000 0,-1.000 0.000 0,1.000 1.000 0,0.000-1.000 0,-1.000 1.000 0,1.000 0.000 0,0.000 0.000 0,-1.000 0.000 0,1.000 0.000 0,0.000 1.000 0,-1.000-1.000 0,1.000 1.000 0,-1.000 0.000 0,1.000 0.000 0,-1.000 1.000 0,1.000-1.000 0,-1.000 1.000 0,4.000 1.000 0,-5.000 0.000 0,0.000 0.000 0,0.000 0.000 0,0.000 0.000 0,0.000 0.000 0,0.000 0.000 0,0.000 0.000 0,-1.000 0.000 0,0.000 1.000 0,0.000-1.000 0,0.000 1.000 0,0.000-1.000 0,0.000 1.000 0,0.000-1.000 0,-1.000 1.000 0,0.000-1.000 0,0.000 1.000 0,0.000 0.000 0,0.000-1.000 0,-2.000 7.000 0,1.000 2.000 0,-1.000 0.000 0,0.000 0.000 0,-1.000-1.000 0,0.000 1.000 0,-1.000-1.000 0,0.000 0.000 0,-1.000 0.000 0,0.000 0.000 0,-1.000-1.000 0,-11.000 17.000 0,-5.000 0.000 0,-1.000 0.000 0,-33.000 29.000 0,-2.000 3.000 0,47.000-46.000-1365,0.000-1.000-5461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0CB4C-5559-475B-830B-093C2DBE25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EFF7F-0A2A-489A-9962-FBDAE475827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4.xml"/><Relationship Id="rId7" Type="http://schemas.openxmlformats.org/officeDocument/2006/relationships/image" Target="../media/image5.png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0.png"/><Relationship Id="rId16" Type="http://schemas.openxmlformats.org/officeDocument/2006/relationships/customXml" Target="../ink/ink8.xml"/><Relationship Id="rId15" Type="http://schemas.openxmlformats.org/officeDocument/2006/relationships/image" Target="../media/image9.png"/><Relationship Id="rId14" Type="http://schemas.openxmlformats.org/officeDocument/2006/relationships/customXml" Target="../ink/ink7.xml"/><Relationship Id="rId13" Type="http://schemas.openxmlformats.org/officeDocument/2006/relationships/image" Target="../media/image8.png"/><Relationship Id="rId12" Type="http://schemas.openxmlformats.org/officeDocument/2006/relationships/customXml" Target="../ink/ink6.xml"/><Relationship Id="rId11" Type="http://schemas.openxmlformats.org/officeDocument/2006/relationships/image" Target="../media/image7.png"/><Relationship Id="rId10" Type="http://schemas.openxmlformats.org/officeDocument/2006/relationships/customXml" Target="../ink/ink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21" y="454717"/>
            <a:ext cx="11082391" cy="6294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95055"/>
            <a:ext cx="10924032" cy="6467889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3752859" y="3648428"/>
            <a:ext cx="660240" cy="218160"/>
            <a:chOff x="3752859" y="3648428"/>
            <a:chExt cx="660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2" p14:bwMode="auto">
              <p14:nvContentPartPr>
                <p14:cNvPr id="6" name="Ink 5"/>
                <p14:cNvContentPartPr/>
                <p14:nvPr/>
              </p14:nvContentPartPr>
              <p14:xfrm>
                <a:off x="3752859" y="3648428"/>
                <a:ext cx="431280" cy="25200"/>
              </p14:xfrm>
            </p:contentPart>
          </mc:Choice>
          <mc:Fallback xmlns="">
            <p:pic>
              <p:nvPicPr>
                <p:cNvPr id="6" name="Ink 5"/>
              </p:nvPicPr>
              <p:blipFill>
                <a:blip r:embed="rId3"/>
              </p:blipFill>
              <p:spPr>
                <a:xfrm>
                  <a:off x="3752859" y="3648428"/>
                  <a:ext cx="431280" cy="25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" p14:bwMode="auto">
              <p14:nvContentPartPr>
                <p14:cNvPr id="7" name="Ink 6"/>
                <p14:cNvContentPartPr/>
                <p14:nvPr/>
              </p14:nvContentPartPr>
              <p14:xfrm>
                <a:off x="4126539" y="3681188"/>
                <a:ext cx="286560" cy="185400"/>
              </p14:xfrm>
            </p:contentPart>
          </mc:Choice>
          <mc:Fallback xmlns="">
            <p:pic>
              <p:nvPicPr>
                <p:cNvPr id="7" name="Ink 6"/>
              </p:nvPicPr>
              <p:blipFill>
                <a:blip r:embed="rId5"/>
              </p:blipFill>
              <p:spPr>
                <a:xfrm>
                  <a:off x="4126539" y="3681188"/>
                  <a:ext cx="286560" cy="185400"/>
                </a:xfrm>
                <a:prstGeom prst="rect"/>
              </p:spPr>
            </p:pic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627299" y="3784508"/>
            <a:ext cx="916920" cy="319320"/>
            <a:chOff x="4627299" y="3784508"/>
            <a:chExt cx="91692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8" name="Ink 7"/>
                <p14:cNvContentPartPr/>
                <p14:nvPr/>
              </p14:nvContentPartPr>
              <p14:xfrm>
                <a:off x="4627299" y="3784508"/>
                <a:ext cx="120960" cy="160200"/>
              </p14:xfrm>
            </p:contentPart>
          </mc:Choice>
          <mc:Fallback xmlns="">
            <p:pic>
              <p:nvPicPr>
                <p:cNvPr id="8" name="Ink 7"/>
              </p:nvPicPr>
              <p:blipFill>
                <a:blip r:embed="rId7"/>
              </p:blipFill>
              <p:spPr>
                <a:xfrm>
                  <a:off x="4627299" y="3784508"/>
                  <a:ext cx="120960" cy="160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9" name="Ink 8"/>
                <p14:cNvContentPartPr/>
                <p14:nvPr/>
              </p14:nvContentPartPr>
              <p14:xfrm>
                <a:off x="4842219" y="3927788"/>
                <a:ext cx="360" cy="360"/>
              </p14:xfrm>
            </p:contentPart>
          </mc:Choice>
          <mc:Fallback xmlns="">
            <p:pic>
              <p:nvPicPr>
                <p:cNvPr id="9" name="Ink 8"/>
              </p:nvPicPr>
              <p:blipFill>
                <a:blip r:embed="rId9"/>
              </p:blipFill>
              <p:spPr>
                <a:xfrm>
                  <a:off x="4842219" y="3927788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0" p14:bwMode="auto">
              <p14:nvContentPartPr>
                <p14:cNvPr id="10" name="Ink 9"/>
                <p14:cNvContentPartPr/>
                <p14:nvPr/>
              </p14:nvContentPartPr>
              <p14:xfrm>
                <a:off x="4885779" y="3840308"/>
                <a:ext cx="139680" cy="122400"/>
              </p14:xfrm>
            </p:contentPart>
          </mc:Choice>
          <mc:Fallback xmlns="">
            <p:pic>
              <p:nvPicPr>
                <p:cNvPr id="10" name="Ink 9"/>
              </p:nvPicPr>
              <p:blipFill>
                <a:blip r:embed="rId11"/>
              </p:blipFill>
              <p:spPr>
                <a:xfrm>
                  <a:off x="4885779" y="3840308"/>
                  <a:ext cx="139680" cy="1224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2" p14:bwMode="auto">
              <p14:nvContentPartPr>
                <p14:cNvPr id="11" name="Ink 10"/>
                <p14:cNvContentPartPr/>
                <p14:nvPr/>
              </p14:nvContentPartPr>
              <p14:xfrm>
                <a:off x="5092779" y="3862988"/>
                <a:ext cx="93240" cy="151920"/>
              </p14:xfrm>
            </p:contentPart>
          </mc:Choice>
          <mc:Fallback xmlns="">
            <p:pic>
              <p:nvPicPr>
                <p:cNvPr id="11" name="Ink 10"/>
              </p:nvPicPr>
              <p:blipFill>
                <a:blip r:embed="rId13"/>
              </p:blipFill>
              <p:spPr>
                <a:xfrm>
                  <a:off x="5092779" y="3862988"/>
                  <a:ext cx="93240" cy="1519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4" p14:bwMode="auto">
              <p14:nvContentPartPr>
                <p14:cNvPr id="14" name="Ink 13"/>
                <p14:cNvContentPartPr/>
                <p14:nvPr/>
              </p14:nvContentPartPr>
              <p14:xfrm>
                <a:off x="5247579" y="3904028"/>
                <a:ext cx="91080" cy="155160"/>
              </p14:xfrm>
            </p:contentPart>
          </mc:Choice>
          <mc:Fallback xmlns="">
            <p:pic>
              <p:nvPicPr>
                <p:cNvPr id="14" name="Ink 13"/>
              </p:nvPicPr>
              <p:blipFill>
                <a:blip r:embed="rId15"/>
              </p:blipFill>
              <p:spPr>
                <a:xfrm>
                  <a:off x="5247579" y="3904028"/>
                  <a:ext cx="91080" cy="1551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6" p14:bwMode="auto">
              <p14:nvContentPartPr>
                <p14:cNvPr id="15" name="Ink 14"/>
                <p14:cNvContentPartPr/>
                <p14:nvPr/>
              </p14:nvContentPartPr>
              <p14:xfrm>
                <a:off x="5398779" y="3871988"/>
                <a:ext cx="145440" cy="231840"/>
              </p14:xfrm>
            </p:contentPart>
          </mc:Choice>
          <mc:Fallback xmlns="">
            <p:pic>
              <p:nvPicPr>
                <p:cNvPr id="15" name="Ink 14"/>
              </p:nvPicPr>
              <p:blipFill>
                <a:blip r:embed="rId17"/>
              </p:blipFill>
              <p:spPr>
                <a:xfrm>
                  <a:off x="5398779" y="3871988"/>
                  <a:ext cx="145440" cy="231840"/>
                </a:xfrm>
                <a:prstGeom prst="rect"/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449" y="0"/>
            <a:ext cx="8324791" cy="1325563"/>
          </a:xfrm>
        </p:spPr>
        <p:txBody>
          <a:bodyPr/>
          <a:lstStyle/>
          <a:p>
            <a:r>
              <a:rPr lang="en-US" dirty="0"/>
              <a:t>This equation is commonly used in optical fiber communication to calculate the critical bending radius of an optical fiber.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313" y="278488"/>
            <a:ext cx="2047875" cy="1114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70" y="1531046"/>
            <a:ext cx="6954220" cy="5326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449" y="0"/>
            <a:ext cx="8324791" cy="1325563"/>
          </a:xfrm>
        </p:spPr>
        <p:txBody>
          <a:bodyPr/>
          <a:lstStyle/>
          <a:p>
            <a:r>
              <a:rPr lang="en-US" dirty="0"/>
              <a:t>This equation is commonly used in optical fiber communication to calculate the critical bending radius of an optical fiber.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313" y="278488"/>
            <a:ext cx="2047875" cy="11144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250" y="2000990"/>
            <a:ext cx="4991797" cy="3038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0"/>
            <a:ext cx="107807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86" y="210927"/>
            <a:ext cx="10430476" cy="6506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WPS Presentation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shaid</cp:lastModifiedBy>
  <cp:revision>4</cp:revision>
  <dcterms:created xsi:type="dcterms:W3CDTF">2026-01-15T04:05:00Z</dcterms:created>
  <dcterms:modified xsi:type="dcterms:W3CDTF">2026-04-29T23:28:39Z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80875D5B80FA49BA81F46617B08761B5_12</vt:lpwstr>
  </property>
  <property fmtid="{D5CDD505-2E9C-101B-9397-08002B2CF9AE}" pid="3" name="KSOProductBuildVer">
    <vt:lpwstr>1033-12.1.0.25242</vt:lpwstr>
  </property>
</Properties>
</file>